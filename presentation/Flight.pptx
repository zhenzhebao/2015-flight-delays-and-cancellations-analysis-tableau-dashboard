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68" r:id="rId5"/>
    <p:sldId id="259" r:id="rId6"/>
    <p:sldId id="261" r:id="rId7"/>
    <p:sldId id="269" r:id="rId8"/>
    <p:sldId id="262" r:id="rId9"/>
    <p:sldId id="263" r:id="rId10"/>
    <p:sldId id="270" r:id="rId11"/>
    <p:sldId id="264" r:id="rId12"/>
    <p:sldId id="265" r:id="rId13"/>
    <p:sldId id="266" r:id="rId14"/>
    <p:sldId id="267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ory 11">
            <a:extLst>
              <a:ext uri="{FF2B5EF4-FFF2-40B4-BE49-F238E27FC236}">
                <a16:creationId xmlns:a16="http://schemas.microsoft.com/office/drawing/2014/main" id="{10A45AB7-4B25-48A3-80F5-40F41B8DD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tory 21">
            <a:extLst>
              <a:ext uri="{FF2B5EF4-FFF2-40B4-BE49-F238E27FC236}">
                <a16:creationId xmlns:a16="http://schemas.microsoft.com/office/drawing/2014/main" id="{9214AFF3-8BF7-49CD-A427-D44921DB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y 31">
            <a:extLst>
              <a:ext uri="{FF2B5EF4-FFF2-40B4-BE49-F238E27FC236}">
                <a16:creationId xmlns:a16="http://schemas.microsoft.com/office/drawing/2014/main" id="{A49EBF5F-A439-4BF7-84BE-0F394951E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Insight1">
            <a:extLst>
              <a:ext uri="{FF2B5EF4-FFF2-40B4-BE49-F238E27FC236}">
                <a16:creationId xmlns:a16="http://schemas.microsoft.com/office/drawing/2014/main" id="{0A32BF3A-4EF8-4945-8407-BC0795975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ory 41">
            <a:extLst>
              <a:ext uri="{FF2B5EF4-FFF2-40B4-BE49-F238E27FC236}">
                <a16:creationId xmlns:a16="http://schemas.microsoft.com/office/drawing/2014/main" id="{72DE7ABF-53E5-48B4-8E58-A8948A935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tory 51">
            <a:extLst>
              <a:ext uri="{FF2B5EF4-FFF2-40B4-BE49-F238E27FC236}">
                <a16:creationId xmlns:a16="http://schemas.microsoft.com/office/drawing/2014/main" id="{5B225351-36FF-45AB-974F-BFB240452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Inisght21">
            <a:extLst>
              <a:ext uri="{FF2B5EF4-FFF2-40B4-BE49-F238E27FC236}">
                <a16:creationId xmlns:a16="http://schemas.microsoft.com/office/drawing/2014/main" id="{7A797E8B-BA2B-4B9F-86CB-2611272F7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4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tory 61">
            <a:extLst>
              <a:ext uri="{FF2B5EF4-FFF2-40B4-BE49-F238E27FC236}">
                <a16:creationId xmlns:a16="http://schemas.microsoft.com/office/drawing/2014/main" id="{FE7FE352-FBA6-43CD-8453-89BAD3CE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Story 71">
            <a:extLst>
              <a:ext uri="{FF2B5EF4-FFF2-40B4-BE49-F238E27FC236}">
                <a16:creationId xmlns:a16="http://schemas.microsoft.com/office/drawing/2014/main" id="{3F28AC4B-C858-4321-B6AF-2370AA6D6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Insight31">
            <a:extLst>
              <a:ext uri="{FF2B5EF4-FFF2-40B4-BE49-F238E27FC236}">
                <a16:creationId xmlns:a16="http://schemas.microsoft.com/office/drawing/2014/main" id="{B18B0D3E-D6AB-4FA1-9787-FB29D18B3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73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Story 81">
            <a:extLst>
              <a:ext uri="{FF2B5EF4-FFF2-40B4-BE49-F238E27FC236}">
                <a16:creationId xmlns:a16="http://schemas.microsoft.com/office/drawing/2014/main" id="{3C54D8F2-3619-42EC-8221-A6F4BAF04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Story 91">
            <a:extLst>
              <a:ext uri="{FF2B5EF4-FFF2-40B4-BE49-F238E27FC236}">
                <a16:creationId xmlns:a16="http://schemas.microsoft.com/office/drawing/2014/main" id="{3A2D1B00-D8AB-4EB3-A29E-FEAE8E838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Story 101">
            <a:extLst>
              <a:ext uri="{FF2B5EF4-FFF2-40B4-BE49-F238E27FC236}">
                <a16:creationId xmlns:a16="http://schemas.microsoft.com/office/drawing/2014/main" id="{1F98EAF7-BE3B-46A9-8408-5D2E36927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Story 111">
            <a:extLst>
              <a:ext uri="{FF2B5EF4-FFF2-40B4-BE49-F238E27FC236}">
                <a16:creationId xmlns:a16="http://schemas.microsoft.com/office/drawing/2014/main" id="{01CD00F9-C8EE-4796-83AB-85DA10C48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Insight41">
            <a:extLst>
              <a:ext uri="{FF2B5EF4-FFF2-40B4-BE49-F238E27FC236}">
                <a16:creationId xmlns:a16="http://schemas.microsoft.com/office/drawing/2014/main" id="{125BD425-D187-49D2-952A-EE64FED09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67" y="0"/>
            <a:ext cx="10448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臻哲 包</cp:lastModifiedBy>
  <cp:revision>1</cp:revision>
  <dcterms:created xsi:type="dcterms:W3CDTF">2026-05-31T00:57:33Z</dcterms:created>
  <dcterms:modified xsi:type="dcterms:W3CDTF">2026-05-31T00:59:05Z</dcterms:modified>
</cp:coreProperties>
</file>